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0401355ee041b9" /><Relationship Type="http://schemas.openxmlformats.org/officeDocument/2006/relationships/extended-properties" Target="/docProps/app.xml" Id="R76790bb11a824370" /><Relationship Type="http://schemas.openxmlformats.org/officeDocument/2006/relationships/officeDocument" Target="/ppt/presentation.xml" Id="Rf216f46c0a424f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732503c1ef4461"/>
  </p:sldMasterIdLst>
  <p:notesMasterIdLst>
    <p:notesMasterId xmlns:r="http://schemas.openxmlformats.org/officeDocument/2006/relationships" r:id="R943074c93bb6453e"/>
  </p:notesMasterIdLst>
  <p:sldIdLst>
    <p:sldId xmlns:r="http://schemas.openxmlformats.org/officeDocument/2006/relationships" id="256" r:id="Rfa83dd4f88bf459a"/>
    <p:sldId xmlns:r="http://schemas.openxmlformats.org/officeDocument/2006/relationships" id="257" r:id="R4497f8bd05e94e16"/>
    <p:sldId xmlns:r="http://schemas.openxmlformats.org/officeDocument/2006/relationships" id="258" r:id="R1f0cd62e5f644aea"/>
    <p:sldId xmlns:r="http://schemas.openxmlformats.org/officeDocument/2006/relationships" id="259" r:id="R889f9b2c77324389"/>
    <p:sldId xmlns:r="http://schemas.openxmlformats.org/officeDocument/2006/relationships" id="260" r:id="R252223fd337e4def"/>
    <p:sldId xmlns:r="http://schemas.openxmlformats.org/officeDocument/2006/relationships" id="261" r:id="R7980ec06c37f41d3"/>
    <p:sldId xmlns:r="http://schemas.openxmlformats.org/officeDocument/2006/relationships" id="262" r:id="Rc420c5c34a4f4134"/>
    <p:sldId xmlns:r="http://schemas.openxmlformats.org/officeDocument/2006/relationships" id="263" r:id="R1dca683ab8304c20"/>
    <p:sldId xmlns:r="http://schemas.openxmlformats.org/officeDocument/2006/relationships" id="264" r:id="Rc0ce81112e1046e3"/>
    <p:sldId xmlns:r="http://schemas.openxmlformats.org/officeDocument/2006/relationships" id="265" r:id="R7260242afa2240ae"/>
    <p:sldId xmlns:r="http://schemas.openxmlformats.org/officeDocument/2006/relationships" id="266" r:id="Re268d5cf89394a1d"/>
    <p:sldId xmlns:r="http://schemas.openxmlformats.org/officeDocument/2006/relationships" id="267" r:id="Rd0778c6e57a9437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32503c1ef4461" /><Relationship Type="http://schemas.openxmlformats.org/officeDocument/2006/relationships/theme" Target="/ppt/theme/theme1.xml" Id="R66e81ebff63946ec" /><Relationship Type="http://schemas.openxmlformats.org/officeDocument/2006/relationships/notesMaster" Target="/ppt/notesMasters/notesMaster1.xml" Id="R943074c93bb6453e" /><Relationship Type="http://schemas.openxmlformats.org/officeDocument/2006/relationships/presProps" Target="/ppt/presProps.xml" Id="Rfb87c401a6a14482" /><Relationship Type="http://schemas.openxmlformats.org/officeDocument/2006/relationships/viewProps" Target="/ppt/viewProps.xml" Id="R6f433eac6d3341b5" /><Relationship Type="http://schemas.openxmlformats.org/officeDocument/2006/relationships/tableStyles" Target="/ppt/tableStyles.xml" Id="R2e11147847d84657" /><Relationship Type="http://schemas.openxmlformats.org/officeDocument/2006/relationships/slide" Target="/ppt/slides/slide1.xml" Id="Rfa83dd4f88bf459a" /><Relationship Type="http://schemas.openxmlformats.org/officeDocument/2006/relationships/slide" Target="/ppt/slides/slide2.xml" Id="R4497f8bd05e94e16" /><Relationship Type="http://schemas.openxmlformats.org/officeDocument/2006/relationships/slide" Target="/ppt/slides/slide3.xml" Id="R1f0cd62e5f644aea" /><Relationship Type="http://schemas.openxmlformats.org/officeDocument/2006/relationships/slide" Target="/ppt/slides/slide4.xml" Id="R889f9b2c77324389" /><Relationship Type="http://schemas.openxmlformats.org/officeDocument/2006/relationships/slide" Target="/ppt/slides/slide5.xml" Id="R252223fd337e4def" /><Relationship Type="http://schemas.openxmlformats.org/officeDocument/2006/relationships/slide" Target="/ppt/slides/slide6.xml" Id="R7980ec06c37f41d3" /><Relationship Type="http://schemas.openxmlformats.org/officeDocument/2006/relationships/slide" Target="/ppt/slides/slide7.xml" Id="Rc420c5c34a4f4134" /><Relationship Type="http://schemas.openxmlformats.org/officeDocument/2006/relationships/slide" Target="/ppt/slides/slide8.xml" Id="R1dca683ab8304c20" /><Relationship Type="http://schemas.openxmlformats.org/officeDocument/2006/relationships/slide" Target="/ppt/slides/slide9.xml" Id="Rc0ce81112e1046e3" /><Relationship Type="http://schemas.openxmlformats.org/officeDocument/2006/relationships/slide" Target="/ppt/slides/slide10.xml" Id="R7260242afa2240ae" /><Relationship Type="http://schemas.openxmlformats.org/officeDocument/2006/relationships/slide" Target="/ppt/slides/slide11.xml" Id="Re268d5cf89394a1d" /><Relationship Type="http://schemas.openxmlformats.org/officeDocument/2006/relationships/slide" Target="/ppt/slides/slide12.xml" Id="Rd0778c6e57a943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ee5db35317044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c46cc896c842a3" /><Relationship Type="http://schemas.openxmlformats.org/officeDocument/2006/relationships/notesMaster" Target="/ppt/notesMasters/notesMaster1.xml" Id="R9522ed9ebf0b44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9381e03dd44ecf" /><Relationship Type="http://schemas.openxmlformats.org/officeDocument/2006/relationships/notesMaster" Target="/ppt/notesMasters/notesMaster1.xml" Id="R49b3aebf886e49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94fc4530114300" /><Relationship Type="http://schemas.openxmlformats.org/officeDocument/2006/relationships/notesMaster" Target="/ppt/notesMasters/notesMaster1.xml" Id="R90e0da86fa3342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54f878fddf423e" /><Relationship Type="http://schemas.openxmlformats.org/officeDocument/2006/relationships/notesMaster" Target="/ppt/notesMasters/notesMaster1.xml" Id="R04f1103c44be4d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7653eb18524e6d" /><Relationship Type="http://schemas.openxmlformats.org/officeDocument/2006/relationships/notesMaster" Target="/ppt/notesMasters/notesMaster1.xml" Id="Rfb5adec9c7dd47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44e5b77bfc4251" /><Relationship Type="http://schemas.openxmlformats.org/officeDocument/2006/relationships/notesMaster" Target="/ppt/notesMasters/notesMaster1.xml" Id="R161f23efdc0f42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1edc8a474041ba" /><Relationship Type="http://schemas.openxmlformats.org/officeDocument/2006/relationships/notesMaster" Target="/ppt/notesMasters/notesMaster1.xml" Id="R5ba87cefdfa946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ce18425180430b" /><Relationship Type="http://schemas.openxmlformats.org/officeDocument/2006/relationships/notesMaster" Target="/ppt/notesMasters/notesMaster1.xml" Id="Rf19f8219118c4a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f1ee1900844c9b" /><Relationship Type="http://schemas.openxmlformats.org/officeDocument/2006/relationships/notesMaster" Target="/ppt/notesMasters/notesMaster1.xml" Id="R6e0d45d6ee9a4a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3ffaebff944f21" /><Relationship Type="http://schemas.openxmlformats.org/officeDocument/2006/relationships/notesMaster" Target="/ppt/notesMasters/notesMaster1.xml" Id="Rf9f3d87386b34e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cffdea86a54e39" /><Relationship Type="http://schemas.openxmlformats.org/officeDocument/2006/relationships/notesMaster" Target="/ppt/notesMasters/notesMaster1.xml" Id="Rf52cc3a8af144d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7293f15e134a9c" /><Relationship Type="http://schemas.openxmlformats.org/officeDocument/2006/relationships/notesMaster" Target="/ppt/notesMasters/notesMaster1.xml" Id="R2007d40c5f7246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41391608f0487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172f5f88f48497a" /><Relationship Type="http://schemas.openxmlformats.org/officeDocument/2006/relationships/slideLayout" Target="/ppt/slideLayouts/slideLayout2.xml" Id="R3dbae9b3686f46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bae9b3686f46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cc3f70778747f1" /><Relationship Type="http://schemas.openxmlformats.org/officeDocument/2006/relationships/image" Target="/ppt/media/image.jpeg" Id="Rdd2d41490e424599" /><Relationship Type="http://schemas.openxmlformats.org/officeDocument/2006/relationships/image" Target="/ppt/media/image2.jpeg" Id="Rfa5f13d4923c45a0" /><Relationship Type="http://schemas.openxmlformats.org/officeDocument/2006/relationships/notesSlide" Target="/ppt/notesSlides/notesSlide1.xml" Id="R09fbbcfcd98d44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63723d52df43f3" /><Relationship Type="http://schemas.openxmlformats.org/officeDocument/2006/relationships/notesSlide" Target="/ppt/notesSlides/notesSlide2.xml" Id="R4da0a649892f40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13a348b933419a" /><Relationship Type="http://schemas.openxmlformats.org/officeDocument/2006/relationships/notesSlide" Target="/ppt/notesSlides/notesSlide3.xml" Id="R2683293bd43342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b974419df44afd" /><Relationship Type="http://schemas.openxmlformats.org/officeDocument/2006/relationships/notesSlide" Target="/ppt/notesSlides/notesSlide4.xml" Id="R5c640ec88e1c42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ff6d81fe864a1b" /><Relationship Type="http://schemas.openxmlformats.org/officeDocument/2006/relationships/notesSlide" Target="/ppt/notesSlides/notesSlide5.xml" Id="Re7240d59b26248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0937f09e3e4d3c" /><Relationship Type="http://schemas.openxmlformats.org/officeDocument/2006/relationships/notesSlide" Target="/ppt/notesSlides/notesSlide6.xml" Id="R196470fe804c45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b19439e0524a4c" /><Relationship Type="http://schemas.openxmlformats.org/officeDocument/2006/relationships/notesSlide" Target="/ppt/notesSlides/notesSlide7.xml" Id="R1fa42b6729004c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1c6dfd7ed34319" /><Relationship Type="http://schemas.openxmlformats.org/officeDocument/2006/relationships/notesSlide" Target="/ppt/notesSlides/notesSlide8.xml" Id="R2491269b37cb49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958d4ed8b347b7" /><Relationship Type="http://schemas.openxmlformats.org/officeDocument/2006/relationships/image" Target="/ppt/media/image3.jpeg" Id="Re17ae540e82f42f0" /><Relationship Type="http://schemas.openxmlformats.org/officeDocument/2006/relationships/image" Target="/ppt/media/image4.jpeg" Id="Rd760144a1e1c471b" /><Relationship Type="http://schemas.openxmlformats.org/officeDocument/2006/relationships/image" Target="/ppt/media/image5.jpeg" Id="R699415e4870c4b5c" /><Relationship Type="http://schemas.openxmlformats.org/officeDocument/2006/relationships/image" Target="/ppt/media/image6.jpeg" Id="R05ff04347b904076" /><Relationship Type="http://schemas.openxmlformats.org/officeDocument/2006/relationships/image" Target="/ppt/media/image7.jpeg" Id="Rfe24175bdbec4bcd" /><Relationship Type="http://schemas.openxmlformats.org/officeDocument/2006/relationships/image" Target="/ppt/media/image8.jpeg" Id="R5f8d842aefb24028" /><Relationship Type="http://schemas.openxmlformats.org/officeDocument/2006/relationships/notesSlide" Target="/ppt/notesSlides/notesSlide9.xml" Id="R30c6cd5ef7dd45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f9bbe400a34e03" /><Relationship Type="http://schemas.openxmlformats.org/officeDocument/2006/relationships/notesSlide" Target="/ppt/notesSlides/notesSlide10.xml" Id="R9c466c555b5f45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741e3db74f45d2" /><Relationship Type="http://schemas.openxmlformats.org/officeDocument/2006/relationships/notesSlide" Target="/ppt/notesSlides/notesSlide11.xml" Id="R3220ad73f0e949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8a5b93eab741e1" /><Relationship Type="http://schemas.openxmlformats.org/officeDocument/2006/relationships/notesSlide" Target="/ppt/notesSlides/notesSlide12.xml" Id="Rd70f6ac4ab534d7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3FAE36-FDA2-498D-9BBB-F0508EE4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9A6BF-3A3D-411D-B433-4E9C429A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C395C-9F49-495D-8EF4-9C290E2E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4FD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F4FD6"/>
                </a:solidFill>
                <a:latin typeface="Arial"/>
                <a:ea typeface="Arial"/>
                <a:cs typeface="Arial"/>
              </a:rPr>
              <a:t>DEFENSA ADS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97D60-AD70-4EF9-9E5E-7412607B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EA9EC-7F44-4E30-9DEC-3935AEAC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Sistema de inventario - Taller San José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5059C-AB24-4C72-80C6-2F5D481C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77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64478-24EB-473A-8CCB-2F76DCB8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581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Sistema de gestión de inventario</a:t>
            </a:r>
          </a:p>
          <a:p xmlns:a="http://schemas.openxmlformats.org/drawingml/2006/main">
            <a:pPr algn="l">
              <a:defRPr sz="31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de repuestos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900F8-25A7-47E8-BA8B-DB55E40C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533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92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9245A"/>
                </a:solidFill>
                <a:latin typeface="Arial"/>
                <a:ea typeface="Arial"/>
                <a:cs typeface="Arial"/>
              </a:rPr>
              <a:t>Taller Mecánico San José</a:t>
            </a:r>
          </a:p>
          <a:p xmlns:a="http://schemas.openxmlformats.org/drawingml/2006/main">
            <a:pPr algn="l">
              <a:defRPr sz="1800" b="0">
                <a:solidFill>
                  <a:srgbClr val="092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9245A"/>
                </a:solidFill>
                <a:latin typeface="Arial"/>
                <a:ea typeface="Arial"/>
                <a:cs typeface="Arial"/>
              </a:rPr>
              <a:t>Fase 2 - Análisis y Diseño de Sistemas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EBFFF-D359-45BB-8832-5059E4AC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590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Enrique Alejandro García Villeda - GV200136</a:t>
            </a:r>
          </a:p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Docente: Juan Antonio Miranda Figueroa</a:t>
            </a:r>
          </a:p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21 de mayo de 2026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d41490e424599"/>
          <a:srcRect xmlns:a="http://schemas.openxmlformats.org/drawingml/2006/main" l="0" t="8096" r="0" b="80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704850"/>
            <a:ext cx="3657600" cy="234315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f13d4923c45a0"/>
          <a:srcRect xmlns:a="http://schemas.openxmlformats.org/drawingml/2006/main" l="0" t="8096" r="0" b="80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3238500"/>
            <a:ext cx="3657600" cy="23431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295B21-1BD2-43D3-821D-0784C79D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52450"/>
            <a:ext cx="1905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5FD9F6-34B9-4D67-83A7-EDBBB096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4FD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4FD6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F0A7F9-CFB8-472B-83B6-064F31B5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avance funcional defendible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36E13-C38D-45E5-8BBA-89B084C0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4FD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4FD6"/>
                </a:solidFill>
                <a:latin typeface="Arial"/>
                <a:ea typeface="Arial"/>
                <a:cs typeface="Arial"/>
              </a:rPr>
              <a:t>PHP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1498A-FFED-4F44-8F21-8F873072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909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MySQL + Bootstrap</a:t>
            </a:r>
          </a:p>
        </p:txBody>
      </p:sp>
    </p:spTree>
    <p:extLst>
      <p:ext uri="{BB962C8B-B14F-4D97-AF65-F5344CB8AC3E}">
        <p14:creationId xmlns:p14="http://schemas.microsoft.com/office/powerpoint/2010/main" val="8655722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54C171-A257-4F1D-B999-AC0351A9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A5FAA-09F8-411E-A42F-C2B02CDE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5BF32-7369-4CD5-B049-2468F13F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4FD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F4FD6"/>
                </a:solidFill>
                <a:latin typeface="Arial"/>
                <a:ea typeface="Arial"/>
                <a:cs typeface="Arial"/>
              </a:rPr>
              <a:t>PUNTO DE PARTIDA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1D3DB-BBBC-4677-9D7A-16505523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1C957-3847-4F48-9FE7-567B37C7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Sistema de inventario - Taller San José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5C5CC-C520-4299-ADDB-F5C366B0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7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D0185-FBC9-4A6D-BD38-3E4683DD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048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El taller trabaja con información dispersa.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22154-82CB-488F-9963-9111E375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647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La información existe, pero está repartida entre papeles, hojas de cálculo y facturas. Eso vuelve lento cualquier control diario.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83C3E-FF0E-4258-8F80-763F6B62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2857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D9E27-A17A-48C2-9093-BB7D2AF3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924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9245A"/>
                </a:solidFill>
                <a:latin typeface="Arial"/>
                <a:ea typeface="Arial"/>
                <a:cs typeface="Arial"/>
              </a:rPr>
              <a:t>Libretas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BFFF97-D9A7-4E50-84CD-B435D446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Entradas y salidas se anotan a mano.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A0DEA-D420-418D-A717-3D746E41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05150"/>
            <a:ext cx="2857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56B104-1A95-4DA4-A21D-44E62C01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575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924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9245A"/>
                </a:solidFill>
                <a:latin typeface="Arial"/>
                <a:ea typeface="Arial"/>
                <a:cs typeface="Arial"/>
              </a:rPr>
              <a:t>Excel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3C523F-44D0-462C-857E-FFBF9BA2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004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Existencias y proveedores quedan separados.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43FD2F-6310-418D-958A-57E83607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2857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40528A-F004-4273-9EB0-D3897B6B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924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9245A"/>
                </a:solidFill>
                <a:latin typeface="Arial"/>
                <a:ea typeface="Arial"/>
                <a:cs typeface="Arial"/>
              </a:rPr>
              <a:t>Facturas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4EF2D8-B19F-403C-AAA9-9E631D2E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Precios y compras se buscan después.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16AC2-F70D-48DB-A8F3-66563AEF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305300"/>
            <a:ext cx="2857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9A0954-513C-476C-9D04-90A5857C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577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924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9245A"/>
                </a:solidFill>
                <a:latin typeface="Arial"/>
                <a:ea typeface="Arial"/>
                <a:cs typeface="Arial"/>
              </a:rPr>
              <a:t>Folders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3E0F9C-F44C-471C-95AB-DDA88AE7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006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Clientes y vehículos no quedan relacionados.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6DC17C-09B8-43E8-9A42-9840C91D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2724150" cy="285750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9245A"/>
          </a:solidFill>
          <a:ln xmlns:a="http://schemas.openxmlformats.org/drawingml/2006/main" w="9525">
            <a:solidFill>
              <a:srgbClr val="0924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61250B-0CCD-45BA-9929-29CCC38E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44E4D-A591-4766-8946-4DE56403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9850"/>
            <a:ext cx="2000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 propietario no puede confiar en un reporte sin revisar varias fuentes manuales.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865512-D4B1-48C7-87C8-D8E470D3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242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31E2EE-1503-43CC-8F0E-9722F154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480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44848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A771CF-AC54-4AE3-8454-942D0D49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9B675-B0D0-4610-BF6C-FB4C7A86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D9BE9-E92D-42CE-B1DB-EE430D6A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4FD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F4FD6"/>
                </a:solidFill>
                <a:latin typeface="Arial"/>
                <a:ea typeface="Arial"/>
                <a:cs typeface="Arial"/>
              </a:rPr>
              <a:t>PROBLEMA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E4E7F-4469-4DA9-AD40-CC47FD23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D4C88-C1F3-45E6-A1DD-D948F424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Sistema de inventario - Taller San José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AA979-812B-4C11-98AA-A55F3ADF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7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37A73-7AB1-4435-8D56-FAB661AD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524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El stock escrito no siempre coincide con el stock real.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08B47-4705-4FDE-9689-BBF412F2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095500" cy="2190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7ED4C-53DA-4A28-81D9-FB805D03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4FD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4F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F3B41-0EBC-4D87-8A3C-83C8B6C2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Salida no registrada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1A8DE-A9E7-40AA-A470-5603FF86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El mecánico solicita una pieza y el apunte queda pendiente.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69E55B-295E-4771-8B5F-9F70474F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909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28440-F299-48F6-B1F8-BB3015BE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242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EE2F4D-7B43-44D2-ABF9-3A04D7AA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62200"/>
            <a:ext cx="2095500" cy="2190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F9E9B2-0D9C-497B-8A34-02179205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7175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4FD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4F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A6B9C4-D242-4210-8099-60161982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051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Diferencia de inventario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613C5-EC59-44E3-AEDF-0826E70B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7665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La libreta deja de representar lo que hay en bodega.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AA7B5E-2FEF-4F2C-9E82-1325840A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909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357E77-82ED-4468-80D5-F267BF06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242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8413F9-5566-479F-9038-D98E7AB5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62200"/>
            <a:ext cx="2095500" cy="2190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B32751-C2ED-47A9-8FEF-A788D653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4FD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4F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082D31-9BB7-40CB-BBE9-F834898D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Compra reactiva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FEDAD1-C7E4-4E7A-9F3D-7B14BA23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El faltante se descubre hasta que ya afecta el servicio.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7F0757-9408-473D-AF24-DDFBA5F4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909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6055F8-9FA0-4616-8701-B13A7F6C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242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20D8ED-8E74-4E08-97D2-FBBA6607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62200"/>
            <a:ext cx="2095500" cy="2190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F6113A-F517-432D-BA7C-765FC84D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4FD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4F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0662DC-C929-4F15-966E-507D50BB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051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Retraso al cliente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9868DD-250F-4597-8FF0-830BAA95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7665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El taller pierde tiempo buscando o comprando repuestos.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D89E9E-2B4A-4F89-A124-DFE17BCD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9245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9245A"/>
                </a:solidFill>
                <a:latin typeface="Arial"/>
                <a:ea typeface="Arial"/>
                <a:cs typeface="Arial"/>
              </a:rPr>
              <a:t>La falla crítica no es solo registrar: es perder trazabilidad entre repuesto, usuario, fecha, motivo y servicio.</a:t>
            </a:r>
          </a:p>
        </p:txBody>
      </p:sp>
    </p:spTree>
    <p:extLst>
      <p:ext uri="{BB962C8B-B14F-4D97-AF65-F5344CB8AC3E}">
        <p14:creationId xmlns:p14="http://schemas.microsoft.com/office/powerpoint/2010/main" val="944891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5BA57C-BF5D-4E4D-87C0-EC0F0BF9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4F23B-938A-4AB7-AC62-CF522585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4BE44-D1E0-4F13-8649-C4A7DCBC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4FD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F4FD6"/>
                </a:solidFill>
                <a:latin typeface="Arial"/>
                <a:ea typeface="Arial"/>
                <a:cs typeface="Arial"/>
              </a:rPr>
              <a:t>OBJETIVO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04091-548E-452F-88DB-6842101A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16DF5-C2F4-475E-8680-432CAFA6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Sistema de inventario - Taller San José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2ED54-EBCC-4E71-BB91-17CDD8BC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7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7FFFB-C7BD-4255-86C6-0DB8100D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810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Centralizar la operación del taller en una aplicación web.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CA573-CB2B-4512-84D8-725A653A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685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El sistema propuesto organiza inventario, compras, clientes, vehículos y reportes en un flujo único de trabajo.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63DD4-3601-45DC-B5AD-B5C12096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2819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6E007-D3E7-49F0-97CD-5B930ACA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924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9245A"/>
                </a:solidFill>
                <a:latin typeface="Arial"/>
                <a:ea typeface="Arial"/>
                <a:cs typeface="Arial"/>
              </a:rPr>
              <a:t>Analizar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9FDDE-97DD-4FCF-86B2-E41931B9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Proceso actual, fallas y participantes.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9D820-F78D-404B-98E7-18C687E7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43250"/>
            <a:ext cx="2819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FF560-8DDB-40A5-8DC9-56319996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7185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924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9245A"/>
                </a:solidFill>
                <a:latin typeface="Arial"/>
                <a:ea typeface="Arial"/>
                <a:cs typeface="Arial"/>
              </a:rPr>
              <a:t>Diseñar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52F4D-9260-4BEA-8246-B7531BD9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Base de datos, casos de uso, actividades, componentes e interfaces.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9AD5FE-2786-4F16-AC70-C8291E54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43250"/>
            <a:ext cx="2819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A8AB8A-F1E2-4469-AFDD-9C0293B4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924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9245A"/>
                </a:solidFill>
                <a:latin typeface="Arial"/>
                <a:ea typeface="Arial"/>
                <a:cs typeface="Arial"/>
              </a:rPr>
              <a:t>Implementar 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747CFB-AE71-4DC2-8884-94C86FF7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0525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Versión inicial funcional con PHP, MySQL y Bootstrap.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7533C6-1409-4E42-8AF1-C8A40808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66800"/>
            <a:ext cx="2190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DCE9FF"/>
          </a:solidFill>
          <a:ln xmlns:a="http://schemas.openxmlformats.org/drawingml/2006/main" w="9525">
            <a:solidFill>
              <a:srgbClr val="DCE9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4D5AFD-C758-4F15-A6A1-34877CD0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95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24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9245A"/>
                </a:solidFill>
                <a:latin typeface="Arial"/>
                <a:ea typeface="Arial"/>
                <a:cs typeface="Arial"/>
              </a:rPr>
              <a:t>Meta de Fase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FCD29E-DBC5-4819-894E-E4A62A12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00200"/>
            <a:ext cx="1600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24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9245A"/>
                </a:solidFill>
                <a:latin typeface="Arial"/>
                <a:ea typeface="Arial"/>
                <a:cs typeface="Arial"/>
              </a:rPr>
              <a:t>dejar listo el diseño para defender una base funcional</a:t>
            </a:r>
          </a:p>
        </p:txBody>
      </p:sp>
    </p:spTree>
    <p:extLst>
      <p:ext uri="{BB962C8B-B14F-4D97-AF65-F5344CB8AC3E}">
        <p14:creationId xmlns:p14="http://schemas.microsoft.com/office/powerpoint/2010/main" val="7564166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96D8DB-0662-45FE-B18E-D5D651C0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EF14A-359D-4E85-B979-C7F164BA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89A0D-FE44-4D42-AAB3-9BADDA9A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4FD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F4FD6"/>
                </a:solidFill>
                <a:latin typeface="Arial"/>
                <a:ea typeface="Arial"/>
                <a:cs typeface="Arial"/>
              </a:rPr>
              <a:t>REQUERIMIENTOS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B6246-11D0-4D96-AD5E-D4259B23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919DC-4234-4804-A687-6E80A717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Sistema de inventario - Taller San José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5C33F-5885-4620-A02B-C2CAE976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7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55A49-5AF2-45EB-B779-7699D862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429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Cuatro módulos convierten el análisis en sistema.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EFA0D-26AC-417B-9FB6-777437C0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D0E2D-D3E7-494C-9419-00D559D5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92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9245A"/>
                </a:solidFill>
                <a:latin typeface="Arial"/>
                <a:ea typeface="Arial"/>
                <a:cs typeface="Arial"/>
              </a:rPr>
              <a:t>Inventario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F65F6-172C-41C6-BA19-E25B480C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19300"/>
            <a:ext cx="552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Repuestos, entradas, salidas y stock mínimo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464EFF-B3C8-4756-8114-3C4591EB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19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92C59-1066-4CFB-90F7-FBFE0689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5C164-5DEA-4972-A311-46514413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92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9245A"/>
                </a:solidFill>
                <a:latin typeface="Arial"/>
                <a:ea typeface="Arial"/>
                <a:cs typeface="Arial"/>
              </a:rPr>
              <a:t>Proveedores y compras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F4BC5-229A-4DBC-9772-5686D2D3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95600"/>
            <a:ext cx="552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Contactos, órdenes y recepción de mercadería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AB37CC-62CF-4054-BBE8-970130A8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95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1D1D83-FF15-41D5-BBBE-1574F4A7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940956-8E5E-43C5-87FA-79C63CCE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92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9245A"/>
                </a:solidFill>
                <a:latin typeface="Arial"/>
                <a:ea typeface="Arial"/>
                <a:cs typeface="Arial"/>
              </a:rPr>
              <a:t>Clientes y vehículos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32D5FA-4EFF-4EFD-B4D4-23FF7685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71900"/>
            <a:ext cx="552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Datos de clientes y relación con vehículos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EB6DF7-9660-4869-9451-1C2E3707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71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B27D58-9DE6-4653-BDF0-68CB0CEB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3D02DC-0D5F-4896-9123-EC88BF41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92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9245A"/>
                </a:solidFill>
                <a:latin typeface="Arial"/>
                <a:ea typeface="Arial"/>
                <a:cs typeface="Arial"/>
              </a:rPr>
              <a:t>Reportes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ACA697-E95C-4D7F-BF7D-2E8DC8CF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48200"/>
            <a:ext cx="552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Inventario, movimientos, compras y clientes frecuentes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35CEFA-040D-4BEE-96EC-BB924794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48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F60F36-F57F-416E-8547-1F9D0398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CB4EE6-85A7-4852-B82B-3FC9B724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781050"/>
            <a:ext cx="2190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780411-DDDC-40B6-A44A-7EF78355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95250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Cada módulo sale de un proceso observado, no de una pantalla inventada.</a:t>
            </a:r>
          </a:p>
        </p:txBody>
      </p:sp>
    </p:spTree>
    <p:extLst>
      <p:ext uri="{BB962C8B-B14F-4D97-AF65-F5344CB8AC3E}">
        <p14:creationId xmlns:p14="http://schemas.microsoft.com/office/powerpoint/2010/main" val="14811739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D46F9D-9B4D-42EF-80BA-870B5CC3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4E5CD-88CA-47AC-97EF-B6A6919C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FDE53-15FC-421E-82D9-41B12E2D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4FD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F4FD6"/>
                </a:solidFill>
                <a:latin typeface="Arial"/>
                <a:ea typeface="Arial"/>
                <a:cs typeface="Arial"/>
              </a:rPr>
              <a:t>FLUJO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550C3-C568-40A4-9F4C-DBE860CD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88B8A-88E3-4C07-8CFB-F843CFE4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Sistema de inventario - Taller San José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E2BCD-2B71-48C4-8C88-DB2D33E4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7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CB022-AA6F-4866-B8A0-BC6D23CB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191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El sistema conecta a quienes generan y consultan la información.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1D704-9FB6-4FD7-8044-0EF9D671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4795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9245A"/>
          </a:solidFill>
          <a:ln xmlns:a="http://schemas.openxmlformats.org/drawingml/2006/main" w="9525">
            <a:solidFill>
              <a:srgbClr val="0924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6FCCC-8062-45BA-A07C-E53B7720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7180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Sistema de inventario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975C4-D293-465B-8C80-828F2694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1809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2809F-8913-4DBF-9255-16EF7604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860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Bodega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E953ED-F247-4F22-95C1-8E15696C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43350"/>
            <a:ext cx="1809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EDDEA0-A8DC-4E98-BD48-F2CDE2E8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3385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Mecánicos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D4DCB-BD57-44F9-BD87-86B26EF2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95500"/>
            <a:ext cx="1809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462407-6A9E-467B-BD41-91203348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860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Proveedores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9D8B76-E24D-497A-B775-BD5742F3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43350"/>
            <a:ext cx="1809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FA951-84E1-4F3F-8C03-7949E367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3385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Clientes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3636EE-77FA-4DE5-974E-6DF2583F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72050"/>
            <a:ext cx="1809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D104D4-B347-4C81-A887-11AE3345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6255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Propietario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F09323-18B7-47FE-A791-170C501A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19350"/>
            <a:ext cx="1752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BF1C37-BD97-44DF-91EB-29A2004B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90900"/>
            <a:ext cx="1657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561C01-A503-4310-8AEA-0149DE18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19350"/>
            <a:ext cx="1276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F74631-AE3F-43BE-926C-CEB43830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90900"/>
            <a:ext cx="1562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EF5C1B-D18C-4E7D-9565-0D216073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10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8A8CCB-53A1-4B21-B4D7-7857FD95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7531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Entradas, salidas, compras, clientes y reportes dejan de viajar por fuentes separadas.</a:t>
            </a:r>
          </a:p>
        </p:txBody>
      </p:sp>
    </p:spTree>
    <p:extLst>
      <p:ext uri="{BB962C8B-B14F-4D97-AF65-F5344CB8AC3E}">
        <p14:creationId xmlns:p14="http://schemas.microsoft.com/office/powerpoint/2010/main" val="17189809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D5C87D-5415-4E70-B680-0500A291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91189-8CB7-43AE-86CA-E19B93E0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7D1BB-DF93-44BA-8872-0CCB0BE8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4FD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F4FD6"/>
                </a:solidFill>
                <a:latin typeface="Arial"/>
                <a:ea typeface="Arial"/>
                <a:cs typeface="Arial"/>
              </a:rPr>
              <a:t>BASE DE DATOS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92F3E-FEB3-4BA7-A322-8041985C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C9C67-4F45-49B3-BB7F-B1066EE5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Sistema de inventario - Taller San José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7F67D-A5EA-48D7-BBD3-A3441358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7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ABDD6-7A6C-4857-8C0E-E3C3D97A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001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El modelo separa catálogo, transacciones e historial.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9FF2B-81E5-44DE-B720-2A52332B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724150" cy="285750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27C3E-3A5F-4F75-A148-C70E40A8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28850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924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9245A"/>
                </a:solidFill>
                <a:latin typeface="Arial"/>
                <a:ea typeface="Arial"/>
                <a:cs typeface="Arial"/>
              </a:rPr>
              <a:t>Catálogos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71B90-3873-458E-9491-9B441D1D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usuarios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FC8D5-688C-442E-B57D-2690EE6A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1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3C736-A805-4796-846E-D5096FD6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repuestos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630753-7CFB-4F3D-81AE-760AD14E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00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E61CBE-31BA-4C30-B763-2D28D49C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52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proveedores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2F31A-3ED3-45F1-8D21-1B2219FD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581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4DA401-58A6-401E-8AA6-A70A9BE4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clientes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141B59-5763-462F-97B9-9CDFFC41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62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806DE0-1505-4201-B64E-7F3003B8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vehículos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991DD8-DE04-4975-841D-CDFCFEF2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C1E63A-BD3E-4F71-8CF9-28B85D35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2724150" cy="285750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6EC030-0D33-457F-AFC5-AA5E30CB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28850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924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9245A"/>
                </a:solidFill>
                <a:latin typeface="Arial"/>
                <a:ea typeface="Arial"/>
                <a:cs typeface="Arial"/>
              </a:rPr>
              <a:t>Operaciones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98F691-271D-4218-A222-B6DE5C09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432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compras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A4F63D-DF2A-4A1F-B9B9-3C42D76A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1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C6E554-99C4-4911-8D79-EC916D22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242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detalle_compra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AC3425-BB29-46F4-AD3A-F1BF41A0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00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B15F38-9D32-402E-AD8A-9B27D0E2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052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servicios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4745F2-28BB-4B72-AB6B-56D7189D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81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C35201-9334-4791-B0AC-87BBC0DD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2724150" cy="285750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9035DF-7BF3-4F4C-953F-DF926978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28850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924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9245A"/>
                </a:solidFill>
                <a:latin typeface="Arial"/>
                <a:ea typeface="Arial"/>
                <a:cs typeface="Arial"/>
              </a:rPr>
              <a:t>Historial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7C5AC5-B55D-4F89-BA31-02F664EC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432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movimientos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B75524-2616-48F4-9B07-42709AFE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1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1EB010-45ED-44C3-BF6B-2F4D855B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242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detalle de servicio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905B6F-2F10-45E9-8EC4-763E577D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00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436686-12A6-4639-90C2-D4FED428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337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27AC94-E728-423F-9F56-46F1D9EF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337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70D82D-D250-4244-BCD2-25BAF967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91150"/>
            <a:ext cx="914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9245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9245A"/>
                </a:solidFill>
                <a:latin typeface="Arial"/>
                <a:ea typeface="Arial"/>
                <a:cs typeface="Arial"/>
              </a:rPr>
              <a:t>La tabla de movimientos permite reconstruir qué pasó con cada repuesto, no solo ver la existencia actual.</a:t>
            </a:r>
          </a:p>
        </p:txBody>
      </p:sp>
    </p:spTree>
    <p:extLst>
      <p:ext uri="{BB962C8B-B14F-4D97-AF65-F5344CB8AC3E}">
        <p14:creationId xmlns:p14="http://schemas.microsoft.com/office/powerpoint/2010/main" val="4049024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40E88E-C49B-4D8F-A781-163ACBEF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72E64-B186-4C53-BF2E-DB69400A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7C36C-6AEB-4F9C-8498-A8EFD0A6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4FD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F4FD6"/>
                </a:solidFill>
                <a:latin typeface="Arial"/>
                <a:ea typeface="Arial"/>
                <a:cs typeface="Arial"/>
              </a:rPr>
              <a:t>CASOS DE USO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11C1B-BA45-4BD5-B6AC-F9C65CE2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7ABF2-615E-4474-85FD-8FCD2D05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Sistema de inventario - Taller San José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24E7A-37D5-44AA-B1B2-FDE90D38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7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A7D6A-2D65-4415-8965-DD4A8F2C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001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Los casos de uso cubren el trabajo diario del taller.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62A6D-101D-4A21-A68B-96710C6C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45720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E4CB8-7726-4553-8027-F3CF53FB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45720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6DD5D-4369-4B03-AC67-1854ECD0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47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9A830-A864-4F63-B938-0950DA94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Iniciar sesión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5E9E3-927A-4743-BC90-1EFCB51E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43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C4EBF-ABFB-4A1E-99F7-AEB5703D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765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Gestionar repuestos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173A1-F89B-466F-98E2-52F6E977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38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E8A27C-E1CB-4EFB-8BF4-3BB07AF3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718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Registrar entrada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ED3D93-0203-4C6E-B405-9625AFBF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33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1653D5-A530-4E05-AAD8-050F6B8F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671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Registrar salida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82AAD3-0ADE-43B0-B984-FC28B781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104FA2-DE6F-4791-8FCC-71778E90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624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Gestionar proveedores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852B3F-85FF-42E3-97D9-1C0AC4F4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47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959538-C4AF-4B21-9FE1-7D189941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812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Registrar compra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882C4F-ACD0-4F3D-A0B1-C8607C2E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43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4745FE-333E-4996-8E6B-ED43FCF5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Recibir mercadería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91E453-8B27-4FB6-A666-9C5F8B35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38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DC12EE-5B80-4D03-B5A7-26553005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718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Gestionar clientes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A77961-DC2A-49ED-AFC2-571BEA6F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33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4BC1E3-B150-4F6C-A84F-A4B3D65E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671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Gestionar vehículos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010087-5488-4360-9C45-CF6C2F99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29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5CB247-4C56-472E-8C6A-A922B600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624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Consultar reportes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4D473B-C095-4D6C-B6A6-F420859E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La recepción de mercadería incluye registrar entrada de inventario; imprimir reportes extiende la consulta.</a:t>
            </a:r>
          </a:p>
        </p:txBody>
      </p:sp>
    </p:spTree>
    <p:extLst>
      <p:ext uri="{BB962C8B-B14F-4D97-AF65-F5344CB8AC3E}">
        <p14:creationId xmlns:p14="http://schemas.microsoft.com/office/powerpoint/2010/main" val="13119857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393BB6-1448-400C-AB84-B5B005FB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99012-9CEE-4322-813C-CED4924B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E0CA5-FE12-4BE2-B6F7-BB5798A4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4FD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F4FD6"/>
                </a:solidFill>
                <a:latin typeface="Arial"/>
                <a:ea typeface="Arial"/>
                <a:cs typeface="Arial"/>
              </a:rPr>
              <a:t>INTERFACES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BEEFC-17FF-4C76-97EE-824EAF3C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A6D0E-2E48-442B-8EE6-7275C8A9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Sistema de inventario - Taller San José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F02A6-8FD3-40E0-9C7E-FF7975DC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7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89CCF-7C47-4461-846A-479FB64D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620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El avance ya se puede navegar con pantallas reales.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0EBE8-3202-4377-9339-F14665B7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666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Las capturas reemplazan los placeholders del documento y sirven como evidencia durante la defensa.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B0FC6-331F-43B8-8DCF-0B8321F1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32004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ae540e82f42f0"/>
          <a:srcRect xmlns:a="http://schemas.openxmlformats.org/drawingml/2006/main" l="0" t="15250" r="0" b="15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514600"/>
            <a:ext cx="3048000" cy="1619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C73EF-B33E-4053-8885-8CDB9B1C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38400"/>
            <a:ext cx="32004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0144a1e1c471b"/>
          <a:srcRect xmlns:a="http://schemas.openxmlformats.org/drawingml/2006/main" l="0" t="15250" r="0" b="15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2514600"/>
            <a:ext cx="3048000" cy="1619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B9470-A016-4B43-97B0-74CC378B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38400"/>
            <a:ext cx="32004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415e4870c4b5c"/>
          <a:srcRect xmlns:a="http://schemas.openxmlformats.org/drawingml/2006/main" l="0" t="15250" r="0" b="15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39050" y="2514600"/>
            <a:ext cx="3048000" cy="16192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9BB26C-611C-4E9E-93AD-53C0DC67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32004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f04347b904076"/>
          <a:srcRect xmlns:a="http://schemas.openxmlformats.org/drawingml/2006/main" l="0" t="15250" r="0" b="15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4362450"/>
            <a:ext cx="3048000" cy="16192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BEFA41-E961-4160-AAC7-D0ACC1C3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86250"/>
            <a:ext cx="32004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4175bdbec4bcd"/>
          <a:srcRect xmlns:a="http://schemas.openxmlformats.org/drawingml/2006/main" l="0" t="15250" r="0" b="15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4362450"/>
            <a:ext cx="3048000" cy="16192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152D27-2580-41B4-95D5-AB03A221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86250"/>
            <a:ext cx="32004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d842aefb24028"/>
          <a:srcRect xmlns:a="http://schemas.openxmlformats.org/drawingml/2006/main" l="0" t="15250" r="0" b="15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39050" y="4362450"/>
            <a:ext cx="3048000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80957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3D42D7-1A39-4EAA-9812-EDD1EDD8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EA91A-BD3B-4D52-B8C9-78F2C2D9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4C241-25E6-4FAC-9CF9-DBABC5C6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4FD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F4FD6"/>
                </a:solidFill>
                <a:latin typeface="Arial"/>
                <a:ea typeface="Arial"/>
                <a:cs typeface="Arial"/>
              </a:rPr>
              <a:t>50% FUNCIONAL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5DAA3-4CFA-48C5-8EDC-A970175B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E6608-2EC2-4860-AF86-51ECA92D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Sistema de inventario - Taller San José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E659F-9AC0-493F-87AB-BB214FBA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7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B639A-ECA7-4EFE-A27E-5EAE69BC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096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El 50% es una base operativa, no solo diseño de pantallas.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5E9D2-A0A2-4B43-8AAB-EE7F8564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6096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455A2-C777-431B-9E34-800C55B7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0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F389D-7A88-4CCE-8998-6CF79F4A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14312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63778-4806-4392-BA99-9069E0E7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526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Login con sesión y roles básicos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7244D-54BB-4F18-9FB6-4310F1C8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4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DF634-3E24-4EFE-8817-484E42D9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66700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FDA1C-E791-443D-881C-CBAE5308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76525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CRUD de repuestos, proveedores, clientes y vehículos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BD8839-FE6D-4C58-9B36-A2ED6A01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2B8DA8-B7CB-4BC1-8373-BAEF8C1C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19087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00C680-BBC3-44AA-9F04-EECD09D1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004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Entradas y salidas con actualización de stock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099E15-6C59-4C09-880C-89B3AF1F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62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D8B216-1C67-4B71-9DF4-258F8E5F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147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65AFC0-39B1-4DE1-A72F-023EC8DA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24275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Compras con detalle y recepción de mercadería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C03233-9D2A-4619-A56A-A3EBD3AD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13196C-7AB1-4110-97C0-21A07E39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3862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13E0F0-A906-483A-A830-22DBA248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481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Dashboard con indicadores desde MySQL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AABB5C-FF06-4045-B6F1-499856BB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0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518FE0-DF9B-41E2-AACC-369C39DD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6250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6AB25A-FFA6-414E-B090-D93E986C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72025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Reportes imprimibles y validaciones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A51267-B309-4F49-8611-42583302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71700"/>
            <a:ext cx="27622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9245A"/>
          </a:solidFill>
          <a:ln xmlns:a="http://schemas.openxmlformats.org/drawingml/2006/main" w="9525">
            <a:solidFill>
              <a:srgbClr val="0924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48743A-8B38-44C8-A7CA-BCA67D0F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76500"/>
            <a:ext cx="99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924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9245A"/>
                </a:solidFill>
                <a:latin typeface="Arial"/>
                <a:ea typeface="Arial"/>
                <a:cs typeface="Arial"/>
              </a:rPr>
              <a:t>Defensa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6436FE-4006-4604-9564-80ED971C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670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 docente puede probar flujos reales: crear, buscar, registrar movimientos y revisar reportes.</a:t>
            </a:r>
          </a:p>
        </p:txBody>
      </p:sp>
    </p:spTree>
    <p:extLst>
      <p:ext uri="{BB962C8B-B14F-4D97-AF65-F5344CB8AC3E}">
        <p14:creationId xmlns:p14="http://schemas.microsoft.com/office/powerpoint/2010/main" val="14116858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C34327-E67F-4533-8F0C-FF50B234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3AB90-2EEF-484D-BCE4-6439462E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A8338-C985-4ECB-B15A-8D73F106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4FD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F4FD6"/>
                </a:solidFill>
                <a:latin typeface="Arial"/>
                <a:ea typeface="Arial"/>
                <a:cs typeface="Arial"/>
              </a:rPr>
              <a:t>ARQUITECTURA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1B681-0968-4E5A-8DF9-DFD6E0AB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85200-135B-4EAE-967B-93AFE4B7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Sistema de inventario - Taller San José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32317-8183-485D-BBF0-15B6EDB8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7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EDD6D-FBA9-45D9-9328-11F32D53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286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PHP, MySQL y Bootstrap sostienen una arquitectura simple.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D4F76-EA31-4CD4-8AE9-51C8D92B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619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6771F-7401-41E3-9411-8334E1B9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Navegador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28D49E-0E89-41E8-8734-3B82524F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181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Usuario opera formularios y reportes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E121AC-6D04-440B-9FA6-27A3C1E7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194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F2BA4-454D-409D-8FA9-D9025D79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527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3835D0-0645-4C64-9608-AF61ABAA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1619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59DBA3-C5DC-489E-8156-5261FC6C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194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Bootstrap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A25AE0-91CC-4864-8F1D-0FD6A32E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81350"/>
            <a:ext cx="1181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Interfaz clara y responsiva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E67B6A-F814-4949-9EAA-CDC960A1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194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70996-2DC8-4CF4-B8E6-52E2966E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527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286C4-F151-4482-BF42-9BF6C0AF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71750"/>
            <a:ext cx="1619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09245A"/>
          </a:solidFill>
          <a:ln xmlns:a="http://schemas.openxmlformats.org/drawingml/2006/main" w="9525">
            <a:solidFill>
              <a:srgbClr val="0924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BB0FB4-6904-4FD5-820E-CC73E5E7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194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PHP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9DB011-931D-4EE5-8343-348091F5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81350"/>
            <a:ext cx="1181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9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CE9FF"/>
                </a:solidFill>
                <a:latin typeface="Arial"/>
                <a:ea typeface="Arial"/>
                <a:cs typeface="Arial"/>
              </a:rPr>
              <a:t>Controladores y reglas de negocio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8A4329-6F00-4034-AA47-81D37E61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194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AE8498-269E-4AE1-A789-B149435A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527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58EC8A-E8D6-4EC7-A0C0-1D00C070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1619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75748C-A7BA-49D7-9A8A-3B622E0B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194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MySQL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223943-2334-43BC-A594-BE7B51DE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81350"/>
            <a:ext cx="1181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Datos del inventario y operaciones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A7507C-B323-41A6-96EF-E09A59DD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194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E14AEF-FFB7-4B3C-8F94-FC9198C7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527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2F352F-A978-4D56-AB2A-B15EDE7A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1619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006D9E-F262-4CB2-9600-A02A821F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194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Reportes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F1640C-24A3-4D99-B8CA-9D6BE332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81350"/>
            <a:ext cx="1181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Consultas listas para imprimir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083A6C-75C7-49D6-B5A4-8F387D3A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76800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La estructura separa vistas, lógica de negocio, consultas SQL y base de datos para que el sistema pueda crecer sin reescribirlo todo.</a:t>
            </a:r>
          </a:p>
        </p:txBody>
      </p:sp>
    </p:spTree>
    <p:extLst>
      <p:ext uri="{BB962C8B-B14F-4D97-AF65-F5344CB8AC3E}">
        <p14:creationId xmlns:p14="http://schemas.microsoft.com/office/powerpoint/2010/main" val="10107563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709EED-5BF4-4509-8F88-8DE9AF22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0574B-D42C-49DC-81B4-876CC133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F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6A75F-DE84-464A-B4FE-913F1F53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4FD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F4FD6"/>
                </a:solidFill>
                <a:latin typeface="Arial"/>
                <a:ea typeface="Arial"/>
                <a:cs typeface="Arial"/>
              </a:rPr>
              <a:t>CIERRE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8BB6B-1BE6-4E04-BF7D-A7B75634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4A3DD-489B-4FE4-BDA8-34BFB5AB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Sistema de inventario - Taller San José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3B87A-E14E-4ABD-B7AB-E582AE80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7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51B2E-B9BC-4100-9ED0-38BC5E3C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7810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El diseño deja listo el camino para completar el sistema.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AD2DF-FAF4-4357-8214-0A77B0E8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43434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FA8F9-0D4D-409A-BEF2-6C0FC927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574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9245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9245A"/>
                </a:solidFill>
                <a:latin typeface="Arial"/>
                <a:ea typeface="Arial"/>
                <a:cs typeface="Arial"/>
              </a:rPr>
              <a:t>Lo que queda demostrado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F1DB4-83AE-4AA2-95AD-6A03E345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28950"/>
            <a:ext cx="3238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Problema delimitado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Requerimientos trazables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Base de datos coherente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Casos de uso y escenarios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Interfaces implementadas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DFD68-DCA2-4D9A-961D-A6E5E0D9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52650"/>
            <a:ext cx="4000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9245A"/>
          </a:solidFill>
          <a:ln xmlns:a="http://schemas.openxmlformats.org/drawingml/2006/main" w="9525">
            <a:solidFill>
              <a:srgbClr val="0924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2CD76-4546-4BEC-84E6-462E37C3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574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Mensaje final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2B832-54D3-49C6-9D8C-57545D06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28950"/>
            <a:ext cx="3048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 sistema no reemplaza el criterio del personal: le da información confiable para trabajar con menos retrasos y menos registros perdidos.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74C69-7EF8-4B9E-85D8-BC6691B1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14950"/>
            <a:ext cx="876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7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77A"/>
                </a:solidFill>
                <a:latin typeface="Arial"/>
                <a:ea typeface="Arial"/>
                <a:cs typeface="Arial"/>
              </a:rPr>
              <a:t>Siguiente fase: completar reglas de negocio, endurecer permisos y cerrar validaciones de producción.</a:t>
            </a:r>
          </a:p>
        </p:txBody>
      </p:sp>
    </p:spTree>
    <p:extLst>
      <p:ext uri="{BB962C8B-B14F-4D97-AF65-F5344CB8AC3E}">
        <p14:creationId xmlns:p14="http://schemas.microsoft.com/office/powerpoint/2010/main" val="14144677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2026-05-20T22:49:13.8650000Z</dcterms:created>
  <dcterms:modified xsi:type="dcterms:W3CDTF">2026-05-20T22:49:13.8650000Z</dcterms:modified>
</coreProperties>
</file>